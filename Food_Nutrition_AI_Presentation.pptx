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50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3474720" cy="4206240"/>
          </a:xfrm>
          <a:prstGeom prst="rect">
            <a:avLst/>
          </a:prstGeom>
          <a:solidFill>
            <a:srgbClr val="1A2744">
              <a:alpha val="70000"/>
            </a:srgbClr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05840"/>
            <a:ext cx="2286000" cy="3108960"/>
          </a:xfrm>
          <a:prstGeom prst="rect">
            <a:avLst/>
          </a:prstGeom>
          <a:solidFill>
            <a:srgbClr val="223057">
              <a:alpha val="80000"/>
            </a:srgbClr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640080"/>
            <a:ext cx="2560320" cy="2560320"/>
          </a:xfrm>
          <a:prstGeom prst="ellipse">
            <a:avLst/>
          </a:prstGeom>
          <a:solidFill>
            <a:srgbClr val="2196F3">
              <a:alpha val="15000"/>
            </a:srgbClr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"/>
            <a:ext cx="201168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74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Semantic Search &amp;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Nutritional Analysis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0040" y="2633472"/>
            <a:ext cx="5029200" cy="0"/>
          </a:xfrm>
          <a:prstGeom prst="line">
            <a:avLst/>
          </a:prstGeom>
          <a:noFill/>
          <a:ln w="19050">
            <a:solidFill>
              <a:srgbClr val="2D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3154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00200" y="3154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8036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880360" y="3154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052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60520" y="3154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794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AI &amp; Data Science Team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40690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Karunya Institute of Technology and Sciences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1005840"/>
            <a:ext cx="1737360" cy="914400"/>
          </a:xfrm>
          <a:prstGeom prst="ellipse">
            <a:avLst/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078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0840" y="2194560"/>
            <a:ext cx="1737360" cy="91440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2677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20840" y="3383280"/>
            <a:ext cx="1737360" cy="914400"/>
          </a:xfrm>
          <a:prstGeom prst="ellipse">
            <a:avLst/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34564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of our AI-powered food nutrition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7772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02920" cy="7772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527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 — the need for intelligent nutrition analysis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7772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502920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430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216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527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2,395 foods, 5 groups, 34 features — loading, cleaning, engineering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160520" cy="7772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57400"/>
            <a:ext cx="50292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574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130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Search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441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semantic search with nutrition-aware query expansion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057400"/>
            <a:ext cx="4160520" cy="7772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057400"/>
            <a:ext cx="50292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0574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2130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441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Classification &amp; Clustering — 10+ models compared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4160520" cy="7772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71800"/>
            <a:ext cx="502920" cy="7772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71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3044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355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R²=0.999 regression, 97.8% classification accuracy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971800"/>
            <a:ext cx="4160520" cy="7772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971800"/>
            <a:ext cx="50292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971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3044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&amp; UI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355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Flask app — Dashboard, Predictor, Comparator, EDA Gallery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886200"/>
            <a:ext cx="4160520" cy="7772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886200"/>
            <a:ext cx="502920" cy="7772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8862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680" y="39593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" y="4270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screens — search, predict, compare, visualise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886200"/>
            <a:ext cx="4160520" cy="7772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886200"/>
            <a:ext cx="502920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8862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03520" y="39593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4270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 and what comes next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an intelligent food nutrition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6052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Static Databases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food databases are lookup-only — no natural language understanding or smart search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16052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Predictive Power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874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cannot predict calories or category from raw nutritional ingredients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416052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0604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Poor Insights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clustering or pattern discovery — hidden nutritional groupings stay invisible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606040"/>
            <a:ext cx="416052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60604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Web Access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tools require complex setup — no accessible browser-based interface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49040"/>
            <a:ext cx="109728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22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114800"/>
            <a:ext cx="8183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— A complete platform combining NLP semantic search, 10 ML models (regression + classification + clustering), and an interactive Flask web app with 7 pages — all using open-source Python tools.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920240" cy="8229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Foods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20240" cy="8229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1627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Groups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920240" cy="8229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1627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143000"/>
            <a:ext cx="1920240" cy="8229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1627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4160520" cy="26517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2128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5786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Macronutrients (6)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28163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Calories, Fat, Protein, Carbs, Fiber, Sugars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1821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272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Vitamins (12)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33649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B1–B12, C, D, E, 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73075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675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 (9)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3913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Calcium, Iron, Magnesium, Potassium, Zinc...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427939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224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(3)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44622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Density, Sat/Unsat Ratio, Health Score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103120"/>
            <a:ext cx="4160520" cy="26517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22128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Steps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00600" y="2633472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6334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2633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5 Group CSVs &amp; merge into one DataFrame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2953512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953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4920" y="29535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unnamed index columns &amp; normalise food names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3273552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2735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7492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food entries (keep first)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3593592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5935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74920" y="3593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 numeric columns; fill NaNs with column median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3913632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913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74920" y="39136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Engineer: Caloric Category, Fat Ratio, Health Score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0600" y="4233672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2336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74920" y="4233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skewed features (|skew|&gt;2)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4553712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5537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74920" y="4553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normalisation  →  80:20 stratified split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Semantic Search Engine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natural language queries find the right foods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023360" cy="15087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402336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 (not BERT)?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865376"/>
            <a:ext cx="128016" cy="128016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82880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 — runs on any CPU server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112264"/>
            <a:ext cx="128016" cy="128016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07568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search across 2,395 food items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359152"/>
            <a:ext cx="128016" cy="128016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32257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capture phrases like 'high protein'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606040"/>
            <a:ext cx="128016" cy="128016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6946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enrichment closes vocabulary gap with BERT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1371600"/>
            <a:ext cx="4389120" cy="15087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371600"/>
            <a:ext cx="43891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4813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186537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8288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enriched text doc per food (name + nutrition tags)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2112264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07568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TF-IDF vectoriser with bigrams on all 2,395 docs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0" y="2359152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322576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expanded with nutrition synonyms dictionary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0" y="2606040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56946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scores → ranked food results returned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017520"/>
            <a:ext cx="8595360" cy="109728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090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Enrichment Example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3832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Food: chicken breast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3611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enriched document: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34640" y="3310128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"chicken breast  moderate calorie  high protein protein rich  low fat fat free  low carb keto friendly  group_1"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224528"/>
            <a:ext cx="8595360" cy="5486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3159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965960" y="4279392"/>
            <a:ext cx="2194560" cy="347472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43159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19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 protein low fat"  →  cod, chicken, egg white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97680" y="4279392"/>
            <a:ext cx="2194560" cy="347472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43159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19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"vitamin C rich fruit"  →  guava, kiwi, bell pepper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29400" y="4279392"/>
            <a:ext cx="2194560" cy="347472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43159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19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"iron rich food"  →  liver, spinach, lentils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 — Predicting Caloric Value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Given 34 nutritional features → predict exact calorie count (kcal per 100g)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8595360" cy="603504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35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model. Simple, interpretable. Learns a linear relationship between features and calories. Fast but limited for complex non-linear nutrient interactions.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1188720" cy="41148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630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09360" y="16276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1188720" cy="41148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4630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35240" y="16276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048256"/>
            <a:ext cx="8595360" cy="603504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1122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35915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with L2 regularisation to prevent overfitting on correlated features (vitamins/minerals often correlate). Slightly better than plain linear.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09360" y="2139696"/>
            <a:ext cx="1188720" cy="41148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13969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09360" y="2304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2139696"/>
            <a:ext cx="1188720" cy="41148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213969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35240" y="2304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724912"/>
            <a:ext cx="8595360" cy="603504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2788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03580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trees. Captures non-linear interactions (fat×protein synergies). Very robust, handles skewed distributions after log-transform well.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09360" y="2816352"/>
            <a:ext cx="1188720" cy="41148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8163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9360" y="29809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2816352"/>
            <a:ext cx="1188720" cy="41148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28163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35240" y="29809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401568"/>
            <a:ext cx="8595360" cy="603504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401568"/>
            <a:ext cx="85953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4655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 ★ BEST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3712464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 boosting — each tree corrects errors of the previous. Best model. Captures complex feature interactions. R²=0.9987 means near-perfect predictions.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09360" y="3493008"/>
            <a:ext cx="1188720" cy="411480"/>
          </a:xfrm>
          <a:prstGeom prst="rect">
            <a:avLst/>
          </a:prstGeom>
          <a:solidFill>
            <a:srgbClr val="22C55E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09360" y="3657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35240" y="3493008"/>
            <a:ext cx="1188720" cy="41148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635240" y="3657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078224"/>
            <a:ext cx="8595360" cy="603504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1480" y="4142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(RBF Kernel)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" y="438912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Regression with radial basis function kernel. Non-linear but sensitive to scale. Underperforms here because feature dimensionality is high.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09360" y="4169664"/>
            <a:ext cx="1188720" cy="41148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4169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09360" y="433425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35240" y="4169664"/>
            <a:ext cx="1188720" cy="41148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4169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635240" y="433425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 — Predicting Food Category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Classify each food into one of 4 caloric bands  →  Low (&lt;100) · Medium (100–250) · High (250–450) · Very High (&gt;450 kcal)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8595360" cy="603504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356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classifier — finds a decision boundary in feature space. Good baseline. Struggles with non-linear boundaries between caloric classes.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49440" y="1572768"/>
            <a:ext cx="1920240" cy="164592"/>
          </a:xfrm>
          <a:prstGeom prst="rect">
            <a:avLst/>
          </a:prstGeom>
          <a:solidFill>
            <a:srgbClr val="223057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572768"/>
            <a:ext cx="167637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42646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48256"/>
            <a:ext cx="8595360" cy="603504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1122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359152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 splitting on most informative features. Interpretable but prone to overfitting. Max depth=10 controls complexity.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49440" y="2249424"/>
            <a:ext cx="1920240" cy="164592"/>
          </a:xfrm>
          <a:prstGeom prst="rect">
            <a:avLst/>
          </a:prstGeom>
          <a:solidFill>
            <a:srgbClr val="223057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2249424"/>
            <a:ext cx="1797345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1031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24912"/>
            <a:ext cx="8595360" cy="603504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27889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03580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each trained on a random subset of data. Votes by majority. Robust and accurate — handles correlated vitamin/mineral features well.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49440" y="2926080"/>
            <a:ext cx="1920240" cy="164592"/>
          </a:xfrm>
          <a:prstGeom prst="rect">
            <a:avLst/>
          </a:prstGeom>
          <a:solidFill>
            <a:srgbClr val="223057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2926080"/>
            <a:ext cx="1864553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7797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01568"/>
            <a:ext cx="8595360" cy="603504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01568"/>
            <a:ext cx="85953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4655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★ BEST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712464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 — each corrects the previous model's mistakes. Best performer. Especially strong at distinguishing Medium vs High boundary.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49440" y="3602736"/>
            <a:ext cx="1920240" cy="164592"/>
          </a:xfrm>
          <a:prstGeom prst="rect">
            <a:avLst/>
          </a:prstGeom>
          <a:solidFill>
            <a:srgbClr val="223057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3602736"/>
            <a:ext cx="1877995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4564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078224"/>
            <a:ext cx="8595360" cy="603504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41422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43891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based on the 7 most nutritionally similar foods. Intuitive but slower at query time. Good at local clusters in feature space.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49440" y="4279392"/>
            <a:ext cx="1920240" cy="164592"/>
          </a:xfrm>
          <a:prstGeom prst="rect">
            <a:avLst/>
          </a:prstGeom>
          <a:solidFill>
            <a:srgbClr val="223057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4279392"/>
            <a:ext cx="175125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4133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+ PCA Visualisation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— discovering hidden nutritional groupings without labels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3931920" cy="141732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447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81051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scalable, interpretable clusters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03911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0253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validated by Elbow Method &amp; Silhouette Score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26771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3113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34 dims → 2D for clear visualisation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49631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5973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 reveal hidden food archetypes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1353312"/>
            <a:ext cx="4480560" cy="141732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4447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 (k=5)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62272" y="1801368"/>
            <a:ext cx="91440" cy="1554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7830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— Low-Cal Veggies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40880" y="17830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kcal · 0.9g fat · 2.1g protein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62272" y="1984248"/>
            <a:ext cx="91440" cy="1554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1965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— Moderate Balance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40880" y="19659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kcal · 5.2g fat · 8.4g protein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62272" y="2167128"/>
            <a:ext cx="91440" cy="155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214884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— High-Protein Foods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40880" y="21488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kcal · 9.8g fat · 22.1g protein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62272" y="2350008"/>
            <a:ext cx="91440" cy="155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23317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— High-Carb Foods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40880" y="23317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kcal · 3.1g fat · 6.2g protein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62272" y="2532888"/>
            <a:ext cx="91440" cy="1554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251460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 — High-Fat/Energy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40880" y="25146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 kcal · 71.4g fat · 5.8g protein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880360"/>
            <a:ext cx="3931920" cy="19659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Cluster Visualisation</a:t>
            </a:r>
            <a:endParaRPr lang="en-US" sz="1100" dirty="0"/>
          </a:p>
        </p:txBody>
      </p:sp>
      <p:pic>
        <p:nvPicPr>
          <p:cNvPr id="36" name="Image 0" descr="/home/claude/food_nutrition_ai/outputs/plots/18_pca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18688"/>
            <a:ext cx="3749040" cy="155448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4389120" y="2880360"/>
            <a:ext cx="4480560" cy="19659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4526280" y="2944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(k selection)</a:t>
            </a:r>
            <a:endParaRPr lang="en-US" sz="1100" dirty="0"/>
          </a:p>
        </p:txBody>
      </p:sp>
      <p:pic>
        <p:nvPicPr>
          <p:cNvPr id="39" name="Image 1" descr="/home/claude/food_nutrition_ai/outputs/plots/17_elbow_silhou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218688"/>
            <a:ext cx="4297680" cy="155448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on 80% data, evaluated on 20% held-out test 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01168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0.9987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1371600"/>
            <a:ext cx="201168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37160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5.89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87168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0016" y="1371600"/>
            <a:ext cx="201168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1371600"/>
            <a:ext cx="20116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0016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12864" y="1371600"/>
            <a:ext cx="201168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12864" y="137160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12864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560320"/>
            <a:ext cx="4206240" cy="228600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2633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Comparison (R²)</a:t>
            </a:r>
            <a:endParaRPr lang="en-US" sz="1100" dirty="0"/>
          </a:p>
        </p:txBody>
      </p:sp>
      <p:pic>
        <p:nvPicPr>
          <p:cNvPr id="25" name="Image 0" descr="/home/claude/food_nutrition_ai/outputs/plots/10_regress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07792"/>
            <a:ext cx="4114800" cy="18745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663440" y="2560320"/>
            <a:ext cx="4206240" cy="228600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800600" y="2633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 Comparison</a:t>
            </a:r>
            <a:endParaRPr lang="en-US" sz="1100" dirty="0"/>
          </a:p>
        </p:txBody>
      </p:sp>
      <p:pic>
        <p:nvPicPr>
          <p:cNvPr id="28" name="Image 1" descr="/home/claude/food_nutrition_ai/outputs/plots/14_classification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07792"/>
            <a:ext cx="4114800" cy="18745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18 Visualisations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" y="1188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Distributions</a:t>
            </a:r>
            <a:endParaRPr lang="en-US" sz="900" dirty="0"/>
          </a:p>
        </p:txBody>
      </p:sp>
      <p:pic>
        <p:nvPicPr>
          <p:cNvPr id="8" name="Image 0" descr="/home/claude/food_nutrition_ai/outputs/plots/01_macro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35608"/>
            <a:ext cx="2688336" cy="1435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72968" y="114300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18688" y="1188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900" dirty="0"/>
          </a:p>
        </p:txBody>
      </p:sp>
      <p:pic>
        <p:nvPicPr>
          <p:cNvPr id="11" name="Image 1" descr="/home/claude/food_nutrition_ai/outputs/plots/02_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435608"/>
            <a:ext cx="2688336" cy="1435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44768" y="114300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190488" y="1188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Boxplots</a:t>
            </a:r>
            <a:endParaRPr lang="en-US" sz="900" dirty="0"/>
          </a:p>
        </p:txBody>
      </p:sp>
      <p:pic>
        <p:nvPicPr>
          <p:cNvPr id="14" name="Image 2" descr="/home/claude/food_nutrition_ai/outputs/plots/03_group_boxplo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435608"/>
            <a:ext cx="2688336" cy="1435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01168" y="306324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246888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Caloric Categories</a:t>
            </a:r>
            <a:endParaRPr lang="en-US" sz="900" dirty="0"/>
          </a:p>
        </p:txBody>
      </p:sp>
      <p:pic>
        <p:nvPicPr>
          <p:cNvPr id="17" name="Image 3" descr="/home/claude/food_nutrition_ai/outputs/plots/04_caloric_categori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355848"/>
            <a:ext cx="2688336" cy="1435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172968" y="306324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3218688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Density</a:t>
            </a:r>
            <a:endParaRPr lang="en-US" sz="900" dirty="0"/>
          </a:p>
        </p:txBody>
      </p:sp>
      <p:pic>
        <p:nvPicPr>
          <p:cNvPr id="20" name="Image 4" descr="/home/claude/food_nutrition_ai/outputs/plots/05_nutrition_density_ran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355848"/>
            <a:ext cx="2688336" cy="143560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144768" y="306324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190488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vs Calories</a:t>
            </a:r>
            <a:endParaRPr lang="en-US" sz="900" dirty="0"/>
          </a:p>
        </p:txBody>
      </p:sp>
      <p:pic>
        <p:nvPicPr>
          <p:cNvPr id="23" name="Image 5" descr="/home/claude/food_nutrition_ai/outputs/plots/07_protein_vs_calori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355848"/>
            <a:ext cx="2688336" cy="143560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Diagnostics — Actual vs Predicted &amp; Feature Importance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" y="1188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</a:t>
            </a:r>
            <a:endParaRPr lang="en-US" sz="900" dirty="0"/>
          </a:p>
        </p:txBody>
      </p:sp>
      <p:pic>
        <p:nvPicPr>
          <p:cNvPr id="8" name="Image 0" descr="/home/claude/food_nutrition_ai/outputs/plots/11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35608"/>
            <a:ext cx="2688336" cy="1435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72968" y="114300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18688" y="1188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</a:t>
            </a:r>
            <a:endParaRPr lang="en-US" sz="900" dirty="0"/>
          </a:p>
        </p:txBody>
      </p:sp>
      <p:pic>
        <p:nvPicPr>
          <p:cNvPr id="11" name="Image 1" descr="/home/claude/food_nutrition_ai/outputs/plots/12_residu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435608"/>
            <a:ext cx="2688336" cy="1435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44768" y="114300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190488" y="1188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(Reg)</a:t>
            </a:r>
            <a:endParaRPr lang="en-US" sz="900" dirty="0"/>
          </a:p>
        </p:txBody>
      </p:sp>
      <p:pic>
        <p:nvPicPr>
          <p:cNvPr id="14" name="Image 2" descr="/home/claude/food_nutrition_ai/outputs/plots/13_feature_importance_re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435608"/>
            <a:ext cx="2688336" cy="1435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01168" y="306324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246888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00" dirty="0"/>
          </a:p>
        </p:txBody>
      </p:sp>
      <p:pic>
        <p:nvPicPr>
          <p:cNvPr id="17" name="Image 3" descr="/home/claude/food_nutrition_ai/outputs/plots/15_confusion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355848"/>
            <a:ext cx="2688336" cy="1435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172968" y="306324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3218688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Imp. (Clf)</a:t>
            </a:r>
            <a:endParaRPr lang="en-US" sz="900" dirty="0"/>
          </a:p>
        </p:txBody>
      </p:sp>
      <p:pic>
        <p:nvPicPr>
          <p:cNvPr id="20" name="Image 4" descr="/home/claude/food_nutrition_ai/outputs/plots/16_feature_importance_cl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355848"/>
            <a:ext cx="2688336" cy="143560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144768" y="3063240"/>
            <a:ext cx="28346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190488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Type Breakdown</a:t>
            </a:r>
            <a:endParaRPr lang="en-US" sz="900" dirty="0"/>
          </a:p>
        </p:txBody>
      </p:sp>
      <p:pic>
        <p:nvPicPr>
          <p:cNvPr id="23" name="Image 5" descr="/home/claude/food_nutrition_ai/outputs/plots/08_fat_breakdow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355848"/>
            <a:ext cx="2688336" cy="143560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 — 7 Interactive Pages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http://localhost:5000 — models train in background, UI available immediately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4160520" cy="658368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53312"/>
            <a:ext cx="347472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53312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14264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7007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live Chart.js charts — macro distributions, caloric categories, group comparisons, top foods by health score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353312"/>
            <a:ext cx="4160520" cy="658368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53312"/>
            <a:ext cx="347472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353312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48072" y="14264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8072" y="17007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food search with autocomplete — bigram TF-IDF, nutrition synonym expansion, ranked results table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4160520" cy="658368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03120"/>
            <a:ext cx="34747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10312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" y="21762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24505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12 nutritional values → Gradient Boosting predicts calories + category + confidence % with mini bar chart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103120"/>
            <a:ext cx="4160520" cy="658368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103120"/>
            <a:ext cx="34747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10312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48072" y="21762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Comparator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48072" y="24505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any 2 foods — color-coded better/worse for each nutrient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852928"/>
            <a:ext cx="4160520" cy="658368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852928"/>
            <a:ext cx="347472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852928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" y="29260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Explorer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" y="32004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4-tab explorer — overview, vitamins, minerals, top foods — all powered by REST API stats endpoints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852928"/>
            <a:ext cx="4160520" cy="658368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852928"/>
            <a:ext cx="347472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852928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48072" y="29260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48072" y="32004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+ classification + clustering results — sortable tables, R² &amp; accuracy bar charts, radar chart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434840"/>
            <a:ext cx="8595360" cy="438912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434840"/>
            <a:ext cx="34747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434840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3232" y="44805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Gallery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3232" y="468172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pre-generated matplotlib/seaborn PNG visualisations — click to enlarge modal view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Home Dashboard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statistics + 6 interactive Chart.js visualisations — loads on startup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8686800" cy="35204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/home/claude/screenshot_ho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80160"/>
            <a:ext cx="8595360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828032"/>
            <a:ext cx="2697480" cy="27432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48463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2,395 Foods — Loaded from 5 CSVs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36392" y="4828032"/>
            <a:ext cx="2697480" cy="27432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182112" y="48463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Charts — Live &amp; interactive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98464" y="4828032"/>
            <a:ext cx="2697480" cy="27432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44184" y="48463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UI — Modern dark theme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NLP Semantic Search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"high protein low fat food" — 15 results ranked by TF-IDF cosine similarity 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8686800" cy="35204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/home/claude/screenshot_sear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80160"/>
            <a:ext cx="8595360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828032"/>
            <a:ext cx="2697480" cy="27432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48463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Match % — TF-IDF cosine score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36392" y="4828032"/>
            <a:ext cx="2697480" cy="27432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182112" y="48463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— Suggests as you type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98464" y="4828032"/>
            <a:ext cx="2697480" cy="27432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44184" y="48463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row — Full nutrition profile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AI Caloric Predictor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nutrient values → Gradient Boosting predicts calories, category &amp; confidence in real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8686800" cy="352044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/home/claude/screenshot_predic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80160"/>
            <a:ext cx="8595360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828032"/>
            <a:ext cx="2697480" cy="27432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48463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presets — Chicken, Apple, Butter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36392" y="4828032"/>
            <a:ext cx="2697480" cy="27432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182112" y="48463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165.3 kcal — Predicted with 94.2% confidence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98464" y="4828032"/>
            <a:ext cx="2697480" cy="274320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44184" y="48463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shown — Gradient Boosting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31546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35331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316736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semantic search — natural language queries across 2,395 foods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60934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572768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Regression — R²=0.9987 caloric prediction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86537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828800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 — 97.8% food category accuracy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12140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08483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5 meaningful nutritional archetypes found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37744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340864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EDA visualisations — correlations, distributions, rankings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63347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596896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Flask web app — 7 pages, REST API, dark theme UI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288950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852928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Health Score metric — nutrients per calorie index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14553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108960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Comparator — side-by-side nutritional comparison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868680"/>
            <a:ext cx="3429000" cy="3154680"/>
          </a:xfrm>
          <a:prstGeom prst="rect">
            <a:avLst/>
          </a:prstGeom>
          <a:solidFill>
            <a:srgbClr val="1A2744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868680"/>
            <a:ext cx="34290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960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135331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135331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sentence encoders for richer search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23560" y="162763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16276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&amp; processed food dataset expansion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23560" y="190195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190195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diet goal planner / recommender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23560" y="217627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21762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food image recognition (camera input)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3560" y="24505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97880" y="24505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 deployment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23560" y="272491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97880" y="272491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 ingredient detection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23560" y="299923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29992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meal planning collaboration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223057"/>
          </a:solidFill>
          <a:ln w="6350">
            <a:solidFill>
              <a:srgbClr val="2D4A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4114800"/>
            <a:ext cx="859536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206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65760" y="4498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Flask · scikit-learn · TF-IDF · K-Means · Chart.js · Gradient Boosting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29200" y="42062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AI &amp; Data Science Department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AI  |  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1759</Words>
  <Application>Microsoft Office PowerPoint</Application>
  <PresentationFormat>On-screen Show (16:9)</PresentationFormat>
  <Paragraphs>325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Nutrition AI — Project Presentation</dc:title>
  <dc:subject>PptxGenJS Presentation</dc:subject>
  <dc:creator>PptxGenJS</dc:creator>
  <cp:lastModifiedBy>Stephy Grace</cp:lastModifiedBy>
  <cp:revision>1</cp:revision>
  <dcterms:created xsi:type="dcterms:W3CDTF">2026-04-14T05:36:35Z</dcterms:created>
  <dcterms:modified xsi:type="dcterms:W3CDTF">2026-04-14T05:40:25Z</dcterms:modified>
</cp:coreProperties>
</file>